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/>
              <a:t>Introduction to Food Packaging Containers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Food packaging containers are materials used to store, protect, preserve, and transport food products.</a:t>
            </a:r>
          </a:p>
          <a:p>
            <a:r>
              <a:rPr sz="1800"/>
              <a:t>They help maintain food quality, safety, and shelf life while preventing contamination from microorganisms, moisture, air, and physical damage.</a:t>
            </a:r>
          </a:p>
          <a:p>
            <a:r>
              <a:rPr sz="1800"/>
              <a:t>The main functions of food containers include:</a:t>
            </a:r>
          </a:p>
          <a:p>
            <a:r>
              <a:rPr sz="1800"/>
              <a:t>• Protection from physical, chemical, and biological hazards</a:t>
            </a:r>
          </a:p>
          <a:p>
            <a:r>
              <a:rPr sz="1800"/>
              <a:t>• Preservation of freshness and nutritional value</a:t>
            </a:r>
          </a:p>
          <a:p>
            <a:r>
              <a:rPr sz="1800"/>
              <a:t>• Ease of transportation and storage</a:t>
            </a:r>
          </a:p>
          <a:p>
            <a:r>
              <a:rPr sz="1800"/>
              <a:t>• Providing information (labeling, expiry date, ingredients)</a:t>
            </a:r>
          </a:p>
          <a:p>
            <a:r>
              <a:rPr sz="1800"/>
              <a:t>Food packaging is essential in the modern food supply chain, ensuring food reaches consumers safely and in usable condition.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/>
              <a:t>Types of Food Containers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Food packaging containers are made from different materials, each with unique properties and uses:</a:t>
            </a:r>
          </a:p>
          <a:p>
            <a:r>
              <a:rPr sz="1800"/>
              <a:t>1. Plastic Containers – Lightweight, flexible, and cost-effective; used for ready meals, dairy products, and takeaways (e.g., PET bottles, Tupperware)</a:t>
            </a:r>
          </a:p>
          <a:p>
            <a:r>
              <a:rPr sz="1800"/>
              <a:t>2. Glass Containers – Non-reactive and safe; preserves taste and quality; used for sauces, jams, and beverages</a:t>
            </a:r>
          </a:p>
          <a:p>
            <a:r>
              <a:rPr sz="1800"/>
              <a:t>3. Metal Containers – Strong and durable with excellent barrier properties; ideal for long-term storage (e.g., aluminum cans, tin cans)</a:t>
            </a:r>
          </a:p>
          <a:p>
            <a:r>
              <a:rPr sz="1800"/>
              <a:t>4. Paper and Cardboard Containers – Biodegradable and environmentally friendly; used for fast food, bakery items, and takeaway packaging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/>
              <a:t>Advantages and Disadvantages of Food Containers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Each type of food container has benefits and limitations:</a:t>
            </a:r>
          </a:p>
          <a:p>
            <a:r>
              <a:rPr sz="1800"/>
              <a:t>Plastic — Advantages: Lightweight, cheap, versatile | Disadvantages: Environmental pollution, not biodegradable</a:t>
            </a:r>
          </a:p>
          <a:p>
            <a:r>
              <a:rPr sz="1800"/>
              <a:t>Glass — Advantages: Reusable, non-toxic, preserves flavor | Disadvantages: Heavy, fragile</a:t>
            </a:r>
          </a:p>
          <a:p>
            <a:r>
              <a:rPr sz="1800"/>
              <a:t>Metal — Advantages: Long shelf life, strong protection | Disadvantages: Expensive, possible corrosion</a:t>
            </a:r>
          </a:p>
          <a:p>
            <a:r>
              <a:rPr sz="1800"/>
              <a:t>Paper/Cardboard — Advantages: Eco-friendly, recyclable | Disadvantages: Low durability, limited moisture resistance</a:t>
            </a:r>
          </a:p>
          <a:p>
            <a:r>
              <a:rPr sz="1800"/>
              <a:t>Choosing the right container depends on food type, storage duration, and environmental considerations.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/>
              <a:t>Conclusion &amp; Future of Food Packaging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Food packaging containers are essential for ensuring food safety, quality, and convenience.</a:t>
            </a:r>
          </a:p>
          <a:p>
            <a:r>
              <a:rPr sz="1800"/>
              <a:t>Different materials serve different purposes, and selecting the appropriate container is crucial for effective food preservation.</a:t>
            </a:r>
          </a:p>
          <a:p>
            <a:r>
              <a:rPr sz="1800"/>
              <a:t>In recent years, there has been growing focus on sustainable packaging solutions.</a:t>
            </a:r>
          </a:p>
          <a:p>
            <a:r>
              <a:rPr sz="1800"/>
              <a:t>Industries are moving toward:</a:t>
            </a:r>
          </a:p>
          <a:p>
            <a:r>
              <a:rPr sz="1800"/>
              <a:t>• Biodegradable and compostable materials</a:t>
            </a:r>
          </a:p>
          <a:p>
            <a:r>
              <a:rPr sz="1800"/>
              <a:t>• Reusable packaging systems</a:t>
            </a:r>
          </a:p>
          <a:p>
            <a:r>
              <a:rPr sz="1800"/>
              <a:t>• Reduction of plastic waste</a:t>
            </a:r>
          </a:p>
          <a:p>
            <a:r>
              <a:rPr sz="1800"/>
              <a:t>The future of food packaging lies in balancing functionality, cost, and environmental impact.</a:t>
            </a:r>
          </a:p>
          <a:p>
            <a:r>
              <a:rPr sz="1800"/>
              <a:t>Bonus line: “The selection of packaging material directly impacts food safety, shelf life, and environmental sustainability.”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